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97" r:id="rId2"/>
    <p:sldId id="298" r:id="rId3"/>
    <p:sldId id="299" r:id="rId4"/>
    <p:sldId id="300" r:id="rId5"/>
    <p:sldId id="301" r:id="rId6"/>
    <p:sldId id="302" r:id="rId7"/>
    <p:sldId id="303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425D7D0-25B1-4F5B-8FB6-C1A48A7334D5}">
          <p14:sldIdLst>
            <p14:sldId id="297"/>
            <p14:sldId id="298"/>
            <p14:sldId id="299"/>
            <p14:sldId id="300"/>
            <p14:sldId id="301"/>
            <p14:sldId id="302"/>
            <p14:sldId id="303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4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jordjevic, Vuk" userId="5a135a82-7b25-4768-930d-d6a73f12ba6c" providerId="ADAL" clId="{908BEC71-EDA2-4F71-ACDC-59D3201D0471}"/>
    <pc:docChg chg="undo custSel addSld delSld modSld modSection">
      <pc:chgData name="Djordjevic, Vuk" userId="5a135a82-7b25-4768-930d-d6a73f12ba6c" providerId="ADAL" clId="{908BEC71-EDA2-4F71-ACDC-59D3201D0471}" dt="2026-05-29T10:40:46.854" v="54" actId="47"/>
      <pc:docMkLst>
        <pc:docMk/>
      </pc:docMkLst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56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56"/>
            <ac:spMk id="16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57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57"/>
            <ac:spMk id="20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58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58"/>
            <ac:spMk id="13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59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59"/>
            <ac:spMk id="33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60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60"/>
            <ac:spMk id="12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61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61"/>
            <ac:spMk id="15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62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62"/>
            <ac:spMk id="7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63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63"/>
            <ac:spMk id="18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64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64"/>
            <ac:spMk id="10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65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65"/>
            <ac:spMk id="51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66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66"/>
            <ac:spMk id="7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67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67"/>
            <ac:spMk id="51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68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68"/>
            <ac:spMk id="26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69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69"/>
            <ac:spMk id="5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70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70"/>
            <ac:spMk id="5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71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71"/>
            <ac:spMk id="5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72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72"/>
            <ac:spMk id="5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73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73"/>
            <ac:spMk id="5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74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74"/>
            <ac:spMk id="5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75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75"/>
            <ac:spMk id="5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76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76"/>
            <ac:spMk id="5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77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77"/>
            <ac:spMk id="5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78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78"/>
            <ac:spMk id="5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79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79"/>
            <ac:spMk id="5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80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80"/>
            <ac:spMk id="5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0" sldId="281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281"/>
            <ac:spMk id="5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435060740" sldId="285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435060740" sldId="285"/>
            <ac:spMk id="1027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1090045078" sldId="287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1090045078" sldId="287"/>
            <ac:spMk id="4105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2100922124" sldId="288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2100922124" sldId="288"/>
            <ac:spMk id="8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1673472423" sldId="289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1673472423" sldId="289"/>
            <ac:spMk id="2051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1926273442" sldId="290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1926273442" sldId="290"/>
            <ac:spMk id="8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1238784622" sldId="291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1238784622" sldId="291"/>
            <ac:spMk id="8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503181469" sldId="292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503181469" sldId="292"/>
            <ac:spMk id="11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2740992674" sldId="293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2740992674" sldId="293"/>
            <ac:spMk id="16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1774141493" sldId="294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1774141493" sldId="294"/>
            <ac:spMk id="5123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1307495759" sldId="295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1307495759" sldId="295"/>
            <ac:spMk id="16" creationId="{00000000-0000-0000-0000-000000000000}"/>
          </ac:spMkLst>
        </pc:spChg>
      </pc:sldChg>
      <pc:sldChg chg="modSp del mod">
        <pc:chgData name="Djordjevic, Vuk" userId="5a135a82-7b25-4768-930d-d6a73f12ba6c" providerId="ADAL" clId="{908BEC71-EDA2-4F71-ACDC-59D3201D0471}" dt="2026-05-29T10:40:46.854" v="54" actId="47"/>
        <pc:sldMkLst>
          <pc:docMk/>
          <pc:sldMk cId="4050717655" sldId="296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4050717655" sldId="296"/>
            <ac:spMk id="16" creationId="{00000000-0000-0000-0000-000000000000}"/>
          </ac:spMkLst>
        </pc:spChg>
      </pc:sldChg>
      <pc:sldChg chg="addSp delSp 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297"/>
        </pc:sldMkLst>
        <pc:spChg chg="del mod replId">
          <ac:chgData name="Djordjevic, Vuk" userId="5a135a82-7b25-4768-930d-d6a73f12ba6c" providerId="ADAL" clId="{908BEC71-EDA2-4F71-ACDC-59D3201D0471}" dt="2026-05-29T10:15:40.136" v="26" actId="26606"/>
          <ac:spMkLst>
            <pc:docMk/>
            <pc:sldMk cId="0" sldId="297"/>
            <ac:spMk id="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09:28:18.463" v="5" actId="20577"/>
          <ac:spMkLst>
            <pc:docMk/>
            <pc:sldMk cId="0" sldId="297"/>
            <ac:spMk id="7" creationId="{00000000-0000-0000-0000-000000000000}"/>
          </ac:spMkLst>
        </pc:spChg>
        <pc:spChg chg="del">
          <ac:chgData name="Djordjevic, Vuk" userId="5a135a82-7b25-4768-930d-d6a73f12ba6c" providerId="ADAL" clId="{908BEC71-EDA2-4F71-ACDC-59D3201D0471}" dt="2026-05-29T10:15:40.136" v="26" actId="26606"/>
          <ac:spMkLst>
            <pc:docMk/>
            <pc:sldMk cId="0" sldId="297"/>
            <ac:spMk id="9" creationId="{00000000-0000-0000-0000-000000000000}"/>
          </ac:spMkLst>
        </pc:spChg>
        <pc:spChg chg="del">
          <ac:chgData name="Djordjevic, Vuk" userId="5a135a82-7b25-4768-930d-d6a73f12ba6c" providerId="ADAL" clId="{908BEC71-EDA2-4F71-ACDC-59D3201D0471}" dt="2026-05-29T10:15:40.136" v="26" actId="26606"/>
          <ac:spMkLst>
            <pc:docMk/>
            <pc:sldMk cId="0" sldId="297"/>
            <ac:spMk id="10" creationId="{00000000-0000-0000-0000-000000000000}"/>
          </ac:spMkLst>
        </pc:spChg>
        <pc:spChg chg="del mod">
          <ac:chgData name="Djordjevic, Vuk" userId="5a135a82-7b25-4768-930d-d6a73f12ba6c" providerId="ADAL" clId="{908BEC71-EDA2-4F71-ACDC-59D3201D0471}" dt="2026-05-29T10:15:40.136" v="26" actId="26606"/>
          <ac:spMkLst>
            <pc:docMk/>
            <pc:sldMk cId="0" sldId="297"/>
            <ac:spMk id="11" creationId="{00000000-0000-0000-0000-000000000000}"/>
          </ac:spMkLst>
        </pc:spChg>
        <pc:spChg chg="del">
          <ac:chgData name="Djordjevic, Vuk" userId="5a135a82-7b25-4768-930d-d6a73f12ba6c" providerId="ADAL" clId="{908BEC71-EDA2-4F71-ACDC-59D3201D0471}" dt="2026-05-29T10:15:40.136" v="26" actId="26606"/>
          <ac:spMkLst>
            <pc:docMk/>
            <pc:sldMk cId="0" sldId="297"/>
            <ac:spMk id="12" creationId="{00000000-0000-0000-0000-000000000000}"/>
          </ac:spMkLst>
        </pc:spChg>
        <pc:spChg chg="del">
          <ac:chgData name="Djordjevic, Vuk" userId="5a135a82-7b25-4768-930d-d6a73f12ba6c" providerId="ADAL" clId="{908BEC71-EDA2-4F71-ACDC-59D3201D0471}" dt="2026-05-29T10:15:40.136" v="26" actId="26606"/>
          <ac:spMkLst>
            <pc:docMk/>
            <pc:sldMk cId="0" sldId="297"/>
            <ac:spMk id="13" creationId="{00000000-0000-0000-0000-000000000000}"/>
          </ac:spMkLst>
        </pc:spChg>
        <pc:spChg chg="del">
          <ac:chgData name="Djordjevic, Vuk" userId="5a135a82-7b25-4768-930d-d6a73f12ba6c" providerId="ADAL" clId="{908BEC71-EDA2-4F71-ACDC-59D3201D0471}" dt="2026-05-29T10:15:40.136" v="26" actId="26606"/>
          <ac:spMkLst>
            <pc:docMk/>
            <pc:sldMk cId="0" sldId="297"/>
            <ac:spMk id="14" creationId="{00000000-0000-0000-0000-000000000000}"/>
          </ac:spMkLst>
        </pc:spChg>
        <pc:spChg chg="del">
          <ac:chgData name="Djordjevic, Vuk" userId="5a135a82-7b25-4768-930d-d6a73f12ba6c" providerId="ADAL" clId="{908BEC71-EDA2-4F71-ACDC-59D3201D0471}" dt="2026-05-29T10:15:40.136" v="26" actId="26606"/>
          <ac:spMkLst>
            <pc:docMk/>
            <pc:sldMk cId="0" sldId="297"/>
            <ac:spMk id="15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297"/>
            <ac:spMk id="16" creationId="{00000000-0000-0000-0000-000000000000}"/>
          </ac:spMkLst>
        </pc:spChg>
        <pc:picChg chg="add mod">
          <ac:chgData name="Djordjevic, Vuk" userId="5a135a82-7b25-4768-930d-d6a73f12ba6c" providerId="ADAL" clId="{908BEC71-EDA2-4F71-ACDC-59D3201D0471}" dt="2026-05-29T10:31:48.698" v="51" actId="14100"/>
          <ac:picMkLst>
            <pc:docMk/>
            <pc:sldMk cId="0" sldId="297"/>
            <ac:picMk id="8" creationId="{00000000-0000-0000-0000-000000000000}"/>
          </ac:picMkLst>
        </pc:picChg>
      </pc:sldChg>
      <pc:sldChg chg="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298"/>
        </pc:sldMkLst>
        <pc:spChg chg="mod">
          <ac:chgData name="Djordjevic, Vuk" userId="5a135a82-7b25-4768-930d-d6a73f12ba6c" providerId="ADAL" clId="{908BEC71-EDA2-4F71-ACDC-59D3201D0471}" dt="2026-05-29T09:28:52.571" v="13" actId="20577"/>
          <ac:spMkLst>
            <pc:docMk/>
            <pc:sldMk cId="0" sldId="298"/>
            <ac:spMk id="18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298"/>
            <ac:spMk id="20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299"/>
        </pc:sldMkLst>
        <pc:spChg chg="mod">
          <ac:chgData name="Djordjevic, Vuk" userId="5a135a82-7b25-4768-930d-d6a73f12ba6c" providerId="ADAL" clId="{908BEC71-EDA2-4F71-ACDC-59D3201D0471}" dt="2026-05-29T09:29:03.210" v="14" actId="20577"/>
          <ac:spMkLst>
            <pc:docMk/>
            <pc:sldMk cId="0" sldId="299"/>
            <ac:spMk id="16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09:57:35.622" v="20" actId="26606"/>
          <ac:spMkLst>
            <pc:docMk/>
            <pc:sldMk cId="0" sldId="299"/>
            <ac:spMk id="41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10:31:25.802" v="45" actId="20577"/>
          <ac:spMkLst>
            <pc:docMk/>
            <pc:sldMk cId="0" sldId="299"/>
            <ac:spMk id="5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299"/>
            <ac:spMk id="51" creationId="{00000000-0000-0000-0000-000000000000}"/>
          </ac:spMkLst>
        </pc:spChg>
      </pc:sldChg>
      <pc:sldChg chg="addSp delSp 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00"/>
        </pc:sldMkLst>
        <pc:spChg chg="del mod replId">
          <ac:chgData name="Djordjevic, Vuk" userId="5a135a82-7b25-4768-930d-d6a73f12ba6c" providerId="ADAL" clId="{908BEC71-EDA2-4F71-ACDC-59D3201D0471}" dt="2026-05-29T10:15:40.136" v="26" actId="26606"/>
          <ac:spMkLst>
            <pc:docMk/>
            <pc:sldMk cId="0" sldId="300"/>
            <ac:spMk id="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09:57:35.622" v="20" actId="26606"/>
          <ac:spMkLst>
            <pc:docMk/>
            <pc:sldMk cId="0" sldId="300"/>
            <ac:spMk id="6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09:57:35.622" v="20" actId="26606"/>
          <ac:spMkLst>
            <pc:docMk/>
            <pc:sldMk cId="0" sldId="300"/>
            <ac:spMk id="7" creationId="{00000000-0000-0000-0000-000000000000}"/>
          </ac:spMkLst>
        </pc:spChg>
        <pc:spChg chg="del">
          <ac:chgData name="Djordjevic, Vuk" userId="5a135a82-7b25-4768-930d-d6a73f12ba6c" providerId="ADAL" clId="{908BEC71-EDA2-4F71-ACDC-59D3201D0471}" dt="2026-05-29T10:15:40.136" v="26" actId="26606"/>
          <ac:spMkLst>
            <pc:docMk/>
            <pc:sldMk cId="0" sldId="300"/>
            <ac:spMk id="9" creationId="{00000000-0000-0000-0000-000000000000}"/>
          </ac:spMkLst>
        </pc:spChg>
        <pc:spChg chg="del">
          <ac:chgData name="Djordjevic, Vuk" userId="5a135a82-7b25-4768-930d-d6a73f12ba6c" providerId="ADAL" clId="{908BEC71-EDA2-4F71-ACDC-59D3201D0471}" dt="2026-05-29T10:15:40.136" v="26" actId="26606"/>
          <ac:spMkLst>
            <pc:docMk/>
            <pc:sldMk cId="0" sldId="300"/>
            <ac:spMk id="10" creationId="{00000000-0000-0000-0000-000000000000}"/>
          </ac:spMkLst>
        </pc:spChg>
        <pc:spChg chg="del">
          <ac:chgData name="Djordjevic, Vuk" userId="5a135a82-7b25-4768-930d-d6a73f12ba6c" providerId="ADAL" clId="{908BEC71-EDA2-4F71-ACDC-59D3201D0471}" dt="2026-05-29T10:15:40.136" v="26" actId="26606"/>
          <ac:spMkLst>
            <pc:docMk/>
            <pc:sldMk cId="0" sldId="300"/>
            <ac:spMk id="11" creationId="{00000000-0000-0000-0000-000000000000}"/>
          </ac:spMkLst>
        </pc:spChg>
        <pc:spChg chg="del">
          <ac:chgData name="Djordjevic, Vuk" userId="5a135a82-7b25-4768-930d-d6a73f12ba6c" providerId="ADAL" clId="{908BEC71-EDA2-4F71-ACDC-59D3201D0471}" dt="2026-05-29T10:15:40.136" v="26" actId="26606"/>
          <ac:spMkLst>
            <pc:docMk/>
            <pc:sldMk cId="0" sldId="300"/>
            <ac:spMk id="12" creationId="{00000000-0000-0000-0000-000000000000}"/>
          </ac:spMkLst>
        </pc:spChg>
        <pc:spChg chg="del">
          <ac:chgData name="Djordjevic, Vuk" userId="5a135a82-7b25-4768-930d-d6a73f12ba6c" providerId="ADAL" clId="{908BEC71-EDA2-4F71-ACDC-59D3201D0471}" dt="2026-05-29T10:15:40.136" v="26" actId="26606"/>
          <ac:spMkLst>
            <pc:docMk/>
            <pc:sldMk cId="0" sldId="300"/>
            <ac:spMk id="13" creationId="{00000000-0000-0000-0000-000000000000}"/>
          </ac:spMkLst>
        </pc:spChg>
        <pc:spChg chg="del">
          <ac:chgData name="Djordjevic, Vuk" userId="5a135a82-7b25-4768-930d-d6a73f12ba6c" providerId="ADAL" clId="{908BEC71-EDA2-4F71-ACDC-59D3201D0471}" dt="2026-05-29T10:15:40.136" v="26" actId="26606"/>
          <ac:spMkLst>
            <pc:docMk/>
            <pc:sldMk cId="0" sldId="300"/>
            <ac:spMk id="14" creationId="{00000000-0000-0000-0000-000000000000}"/>
          </ac:spMkLst>
        </pc:spChg>
        <pc:spChg chg="del">
          <ac:chgData name="Djordjevic, Vuk" userId="5a135a82-7b25-4768-930d-d6a73f12ba6c" providerId="ADAL" clId="{908BEC71-EDA2-4F71-ACDC-59D3201D0471}" dt="2026-05-29T10:15:40.136" v="26" actId="26606"/>
          <ac:spMkLst>
            <pc:docMk/>
            <pc:sldMk cId="0" sldId="300"/>
            <ac:spMk id="15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00"/>
            <ac:spMk id="16" creationId="{00000000-0000-0000-0000-000000000000}"/>
          </ac:spMkLst>
        </pc:spChg>
        <pc:picChg chg="add">
          <ac:chgData name="Djordjevic, Vuk" userId="5a135a82-7b25-4768-930d-d6a73f12ba6c" providerId="ADAL" clId="{908BEC71-EDA2-4F71-ACDC-59D3201D0471}" dt="2026-05-29T10:15:40.136" v="26" actId="26606"/>
          <ac:picMkLst>
            <pc:docMk/>
            <pc:sldMk cId="0" sldId="300"/>
            <ac:picMk id="8" creationId="{00000000-0000-0000-0000-000000000000}"/>
          </ac:picMkLst>
        </pc:picChg>
      </pc:sldChg>
      <pc:sldChg chg="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01"/>
        </pc:sldMkLst>
        <pc:spChg chg="mod">
          <ac:chgData name="Djordjevic, Vuk" userId="5a135a82-7b25-4768-930d-d6a73f12ba6c" providerId="ADAL" clId="{908BEC71-EDA2-4F71-ACDC-59D3201D0471}" dt="2026-05-29T09:57:35.622" v="20" actId="26606"/>
          <ac:spMkLst>
            <pc:docMk/>
            <pc:sldMk cId="0" sldId="301"/>
            <ac:spMk id="9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01"/>
            <ac:spMk id="13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02"/>
        </pc:sldMkLst>
        <pc:spChg chg="mod">
          <ac:chgData name="Djordjevic, Vuk" userId="5a135a82-7b25-4768-930d-d6a73f12ba6c" providerId="ADAL" clId="{908BEC71-EDA2-4F71-ACDC-59D3201D0471}" dt="2026-05-29T09:57:35.622" v="20" actId="26606"/>
          <ac:spMkLst>
            <pc:docMk/>
            <pc:sldMk cId="0" sldId="302"/>
            <ac:spMk id="7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02"/>
            <ac:spMk id="16" creationId="{00000000-0000-0000-0000-000000000000}"/>
          </ac:spMkLst>
        </pc:spChg>
      </pc:sldChg>
      <pc:sldChg chg="addSp delSp 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03"/>
        </pc:sldMkLst>
        <pc:spChg chg="mod">
          <ac:chgData name="Djordjevic, Vuk" userId="5a135a82-7b25-4768-930d-d6a73f12ba6c" providerId="ADAL" clId="{908BEC71-EDA2-4F71-ACDC-59D3201D0471}" dt="2026-05-29T09:57:35.622" v="20" actId="26606"/>
          <ac:spMkLst>
            <pc:docMk/>
            <pc:sldMk cId="0" sldId="303"/>
            <ac:spMk id="1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09:57:35.622" v="20" actId="26606"/>
          <ac:spMkLst>
            <pc:docMk/>
            <pc:sldMk cId="0" sldId="303"/>
            <ac:spMk id="2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09:57:35.622" v="20" actId="26606"/>
          <ac:spMkLst>
            <pc:docMk/>
            <pc:sldMk cId="0" sldId="303"/>
            <ac:spMk id="41" creationId="{00000000-0000-0000-0000-000000000000}"/>
          </ac:spMkLst>
        </pc:spChg>
        <pc:spChg chg="add del mod">
          <ac:chgData name="Djordjevic, Vuk" userId="5a135a82-7b25-4768-930d-d6a73f12ba6c" providerId="ADAL" clId="{908BEC71-EDA2-4F71-ACDC-59D3201D0471}" dt="2026-05-29T10:28:56.778" v="34" actId="26606"/>
          <ac:spMkLst>
            <pc:docMk/>
            <pc:sldMk cId="0" sldId="303"/>
            <ac:spMk id="5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03"/>
            <ac:spMk id="51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5-29T10:28:56.778" v="34" actId="26606"/>
          <ac:spMkLst>
            <pc:docMk/>
            <pc:sldMk cId="0" sldId="303"/>
            <ac:spMk id="60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5-29T10:28:56.778" v="34" actId="26606"/>
          <ac:spMkLst>
            <pc:docMk/>
            <pc:sldMk cId="0" sldId="303"/>
            <ac:spMk id="61" creationId="{00000000-0000-0000-0000-000000000000}"/>
          </ac:spMkLst>
        </pc:spChg>
      </pc:sldChg>
      <pc:sldChg chg="add del">
        <pc:chgData name="Djordjevic, Vuk" userId="5a135a82-7b25-4768-930d-d6a73f12ba6c" providerId="ADAL" clId="{908BEC71-EDA2-4F71-ACDC-59D3201D0471}" dt="2026-05-29T09:54:16.222" v="18" actId="47"/>
        <pc:sldMkLst>
          <pc:docMk/>
          <pc:sldMk cId="0" sldId="304"/>
        </pc:sldMkLst>
      </pc:sldChg>
      <pc:sldChg chg="add del">
        <pc:chgData name="Djordjevic, Vuk" userId="5a135a82-7b25-4768-930d-d6a73f12ba6c" providerId="ADAL" clId="{908BEC71-EDA2-4F71-ACDC-59D3201D0471}" dt="2026-05-29T09:54:16.222" v="18" actId="47"/>
        <pc:sldMkLst>
          <pc:docMk/>
          <pc:sldMk cId="0" sldId="305"/>
        </pc:sldMkLst>
      </pc:sldChg>
      <pc:sldChg chg="add del">
        <pc:chgData name="Djordjevic, Vuk" userId="5a135a82-7b25-4768-930d-d6a73f12ba6c" providerId="ADAL" clId="{908BEC71-EDA2-4F71-ACDC-59D3201D0471}" dt="2026-05-29T09:54:16.222" v="18" actId="47"/>
        <pc:sldMkLst>
          <pc:docMk/>
          <pc:sldMk cId="0" sldId="306"/>
        </pc:sldMkLst>
      </pc:sldChg>
      <pc:sldChg chg="modSp add del mod">
        <pc:chgData name="Djordjevic, Vuk" userId="5a135a82-7b25-4768-930d-d6a73f12ba6c" providerId="ADAL" clId="{908BEC71-EDA2-4F71-ACDC-59D3201D0471}" dt="2026-05-29T09:55:06.604" v="19" actId="47"/>
        <pc:sldMkLst>
          <pc:docMk/>
          <pc:sldMk cId="0" sldId="307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307"/>
            <ac:spMk id="51" creationId="{00000000-0000-0000-0000-000000000000}"/>
          </ac:spMkLst>
        </pc:spChg>
      </pc:sldChg>
      <pc:sldChg chg="addSp 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08"/>
        </pc:sldMkLst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08"/>
            <ac:spMk id="5" creationId="{00000000-0000-0000-0000-000000000000}"/>
          </ac:spMkLst>
        </pc:spChg>
        <pc:spChg chg="add mod">
          <ac:chgData name="Djordjevic, Vuk" userId="5a135a82-7b25-4768-930d-d6a73f12ba6c" providerId="ADAL" clId="{908BEC71-EDA2-4F71-ACDC-59D3201D0471}" dt="2026-05-29T10:30:54.556" v="43" actId="1076"/>
          <ac:spMkLst>
            <pc:docMk/>
            <pc:sldMk cId="0" sldId="308"/>
            <ac:spMk id="20" creationId="{00000000-0000-0000-0000-000000000000}"/>
          </ac:spMkLst>
        </pc:spChg>
        <pc:spChg chg="add mod">
          <ac:chgData name="Djordjevic, Vuk" userId="5a135a82-7b25-4768-930d-d6a73f12ba6c" providerId="ADAL" clId="{908BEC71-EDA2-4F71-ACDC-59D3201D0471}" dt="2026-05-29T10:30:54.556" v="43" actId="1076"/>
          <ac:spMkLst>
            <pc:docMk/>
            <pc:sldMk cId="0" sldId="308"/>
            <ac:spMk id="21" creationId="{00000000-0000-0000-0000-000000000000}"/>
          </ac:spMkLst>
        </pc:spChg>
        <pc:picChg chg="mod">
          <ac:chgData name="Djordjevic, Vuk" userId="5a135a82-7b25-4768-930d-d6a73f12ba6c" providerId="ADAL" clId="{908BEC71-EDA2-4F71-ACDC-59D3201D0471}" dt="2026-05-29T10:29:36.465" v="39" actId="14100"/>
          <ac:picMkLst>
            <pc:docMk/>
            <pc:sldMk cId="0" sldId="308"/>
            <ac:picMk id="4" creationId="{00000000-0000-0000-0000-000000000000}"/>
          </ac:picMkLst>
        </pc:picChg>
      </pc:sldChg>
      <pc:sldChg chg="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09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309"/>
            <ac:spMk id="3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09"/>
            <ac:spMk id="5" creationId="{00000000-0000-0000-0000-000000000000}"/>
          </ac:spMkLst>
        </pc:spChg>
        <pc:picChg chg="mod">
          <ac:chgData name="Djordjevic, Vuk" userId="5a135a82-7b25-4768-930d-d6a73f12ba6c" providerId="ADAL" clId="{908BEC71-EDA2-4F71-ACDC-59D3201D0471}" dt="2026-05-29T10:05:44.200" v="24" actId="26606"/>
          <ac:picMkLst>
            <pc:docMk/>
            <pc:sldMk cId="0" sldId="309"/>
            <ac:picMk id="4" creationId="{00000000-0000-0000-0000-000000000000}"/>
          </ac:picMkLst>
        </pc:picChg>
      </pc:sldChg>
      <pc:sldChg chg="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10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310"/>
            <ac:spMk id="3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10"/>
            <ac:spMk id="5" creationId="{00000000-0000-0000-0000-000000000000}"/>
          </ac:spMkLst>
        </pc:spChg>
        <pc:picChg chg="mod">
          <ac:chgData name="Djordjevic, Vuk" userId="5a135a82-7b25-4768-930d-d6a73f12ba6c" providerId="ADAL" clId="{908BEC71-EDA2-4F71-ACDC-59D3201D0471}" dt="2026-05-29T10:05:44.200" v="24" actId="26606"/>
          <ac:picMkLst>
            <pc:docMk/>
            <pc:sldMk cId="0" sldId="310"/>
            <ac:picMk id="4" creationId="{00000000-0000-0000-0000-000000000000}"/>
          </ac:picMkLst>
        </pc:picChg>
      </pc:sldChg>
      <pc:sldChg chg="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11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311"/>
            <ac:spMk id="3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11"/>
            <ac:spMk id="5" creationId="{00000000-0000-0000-0000-000000000000}"/>
          </ac:spMkLst>
        </pc:spChg>
        <pc:picChg chg="mod">
          <ac:chgData name="Djordjevic, Vuk" userId="5a135a82-7b25-4768-930d-d6a73f12ba6c" providerId="ADAL" clId="{908BEC71-EDA2-4F71-ACDC-59D3201D0471}" dt="2026-05-29T10:05:44.200" v="24" actId="26606"/>
          <ac:picMkLst>
            <pc:docMk/>
            <pc:sldMk cId="0" sldId="311"/>
            <ac:picMk id="4" creationId="{00000000-0000-0000-0000-000000000000}"/>
          </ac:picMkLst>
        </pc:picChg>
      </pc:sldChg>
      <pc:sldChg chg="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12"/>
        </pc:sldMkLst>
        <pc:spChg chg="mod">
          <ac:chgData name="Djordjevic, Vuk" userId="5a135a82-7b25-4768-930d-d6a73f12ba6c" providerId="ADAL" clId="{908BEC71-EDA2-4F71-ACDC-59D3201D0471}" dt="2026-05-29T09:53:23.275" v="17" actId="26606"/>
          <ac:spMkLst>
            <pc:docMk/>
            <pc:sldMk cId="0" sldId="312"/>
            <ac:spMk id="3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12"/>
            <ac:spMk id="5" creationId="{00000000-0000-0000-0000-000000000000}"/>
          </ac:spMkLst>
        </pc:spChg>
        <pc:picChg chg="mod">
          <ac:chgData name="Djordjevic, Vuk" userId="5a135a82-7b25-4768-930d-d6a73f12ba6c" providerId="ADAL" clId="{908BEC71-EDA2-4F71-ACDC-59D3201D0471}" dt="2026-05-29T10:05:44.200" v="24" actId="26606"/>
          <ac:picMkLst>
            <pc:docMk/>
            <pc:sldMk cId="0" sldId="312"/>
            <ac:picMk id="4" creationId="{00000000-0000-0000-0000-000000000000}"/>
          </ac:picMkLst>
        </pc:picChg>
      </pc:sldChg>
      <pc:sldChg chg="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13"/>
        </pc:sldMkLst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13"/>
            <ac:spMk id="5" creationId="{00000000-0000-0000-0000-000000000000}"/>
          </ac:spMkLst>
        </pc:spChg>
        <pc:picChg chg="mod">
          <ac:chgData name="Djordjevic, Vuk" userId="5a135a82-7b25-4768-930d-d6a73f12ba6c" providerId="ADAL" clId="{908BEC71-EDA2-4F71-ACDC-59D3201D0471}" dt="2026-05-29T10:05:44.200" v="24" actId="26606"/>
          <ac:picMkLst>
            <pc:docMk/>
            <pc:sldMk cId="0" sldId="313"/>
            <ac:picMk id="4" creationId="{00000000-0000-0000-0000-000000000000}"/>
          </ac:picMkLst>
        </pc:picChg>
      </pc:sldChg>
      <pc:sldChg chg="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14"/>
        </pc:sldMkLst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14"/>
            <ac:spMk id="5" creationId="{00000000-0000-0000-0000-000000000000}"/>
          </ac:spMkLst>
        </pc:spChg>
        <pc:picChg chg="mod">
          <ac:chgData name="Djordjevic, Vuk" userId="5a135a82-7b25-4768-930d-d6a73f12ba6c" providerId="ADAL" clId="{908BEC71-EDA2-4F71-ACDC-59D3201D0471}" dt="2026-05-29T10:05:44.200" v="24" actId="26606"/>
          <ac:picMkLst>
            <pc:docMk/>
            <pc:sldMk cId="0" sldId="314"/>
            <ac:picMk id="4" creationId="{00000000-0000-0000-0000-000000000000}"/>
          </ac:picMkLst>
        </pc:picChg>
      </pc:sldChg>
      <pc:sldChg chg="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15"/>
        </pc:sldMkLst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15"/>
            <ac:spMk id="5" creationId="{00000000-0000-0000-0000-000000000000}"/>
          </ac:spMkLst>
        </pc:spChg>
        <pc:picChg chg="mod">
          <ac:chgData name="Djordjevic, Vuk" userId="5a135a82-7b25-4768-930d-d6a73f12ba6c" providerId="ADAL" clId="{908BEC71-EDA2-4F71-ACDC-59D3201D0471}" dt="2026-05-29T10:05:44.200" v="24" actId="26606"/>
          <ac:picMkLst>
            <pc:docMk/>
            <pc:sldMk cId="0" sldId="315"/>
            <ac:picMk id="4" creationId="{00000000-0000-0000-0000-000000000000}"/>
          </ac:picMkLst>
        </pc:picChg>
      </pc:sldChg>
      <pc:sldChg chg="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16"/>
        </pc:sldMkLst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16"/>
            <ac:spMk id="5" creationId="{00000000-0000-0000-0000-000000000000}"/>
          </ac:spMkLst>
        </pc:spChg>
        <pc:picChg chg="mod">
          <ac:chgData name="Djordjevic, Vuk" userId="5a135a82-7b25-4768-930d-d6a73f12ba6c" providerId="ADAL" clId="{908BEC71-EDA2-4F71-ACDC-59D3201D0471}" dt="2026-05-29T10:05:44.200" v="24" actId="26606"/>
          <ac:picMkLst>
            <pc:docMk/>
            <pc:sldMk cId="0" sldId="316"/>
            <ac:picMk id="4" creationId="{00000000-0000-0000-0000-000000000000}"/>
          </ac:picMkLst>
        </pc:picChg>
      </pc:sldChg>
      <pc:sldChg chg="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17"/>
        </pc:sldMkLst>
        <pc:spChg chg="mod">
          <ac:chgData name="Djordjevic, Vuk" userId="5a135a82-7b25-4768-930d-d6a73f12ba6c" providerId="ADAL" clId="{908BEC71-EDA2-4F71-ACDC-59D3201D0471}" dt="2026-05-29T10:00:31.006" v="23" actId="255"/>
          <ac:spMkLst>
            <pc:docMk/>
            <pc:sldMk cId="0" sldId="317"/>
            <ac:spMk id="3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17"/>
            <ac:spMk id="5" creationId="{00000000-0000-0000-0000-000000000000}"/>
          </ac:spMkLst>
        </pc:spChg>
        <pc:picChg chg="mod">
          <ac:chgData name="Djordjevic, Vuk" userId="5a135a82-7b25-4768-930d-d6a73f12ba6c" providerId="ADAL" clId="{908BEC71-EDA2-4F71-ACDC-59D3201D0471}" dt="2026-05-29T10:05:44.200" v="24" actId="26606"/>
          <ac:picMkLst>
            <pc:docMk/>
            <pc:sldMk cId="0" sldId="317"/>
            <ac:picMk id="4" creationId="{00000000-0000-0000-0000-000000000000}"/>
          </ac:picMkLst>
        </pc:picChg>
      </pc:sldChg>
      <pc:sldChg chg="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18"/>
        </pc:sldMkLst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18"/>
            <ac:spMk id="5" creationId="{00000000-0000-0000-0000-000000000000}"/>
          </ac:spMkLst>
        </pc:spChg>
        <pc:picChg chg="mod">
          <ac:chgData name="Djordjevic, Vuk" userId="5a135a82-7b25-4768-930d-d6a73f12ba6c" providerId="ADAL" clId="{908BEC71-EDA2-4F71-ACDC-59D3201D0471}" dt="2026-05-29T10:05:44.200" v="24" actId="26606"/>
          <ac:picMkLst>
            <pc:docMk/>
            <pc:sldMk cId="0" sldId="318"/>
            <ac:picMk id="4" creationId="{00000000-0000-0000-0000-000000000000}"/>
          </ac:picMkLst>
        </pc:picChg>
      </pc:sldChg>
      <pc:sldChg chg="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19"/>
        </pc:sldMkLst>
        <pc:spChg chg="mod">
          <ac:chgData name="Djordjevic, Vuk" userId="5a135a82-7b25-4768-930d-d6a73f12ba6c" providerId="ADAL" clId="{908BEC71-EDA2-4F71-ACDC-59D3201D0471}" dt="2026-05-29T10:32:04.473" v="52" actId="20577"/>
          <ac:spMkLst>
            <pc:docMk/>
            <pc:sldMk cId="0" sldId="319"/>
            <ac:spMk id="3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19"/>
            <ac:spMk id="5" creationId="{00000000-0000-0000-0000-000000000000}"/>
          </ac:spMkLst>
        </pc:spChg>
        <pc:picChg chg="mod">
          <ac:chgData name="Djordjevic, Vuk" userId="5a135a82-7b25-4768-930d-d6a73f12ba6c" providerId="ADAL" clId="{908BEC71-EDA2-4F71-ACDC-59D3201D0471}" dt="2026-05-29T10:05:44.200" v="24" actId="26606"/>
          <ac:picMkLst>
            <pc:docMk/>
            <pc:sldMk cId="0" sldId="319"/>
            <ac:picMk id="4" creationId="{00000000-0000-0000-0000-000000000000}"/>
          </ac:picMkLst>
        </pc:picChg>
      </pc:sldChg>
      <pc:sldChg chg="modSp add mod">
        <pc:chgData name="Djordjevic, Vuk" userId="5a135a82-7b25-4768-930d-d6a73f12ba6c" providerId="ADAL" clId="{908BEC71-EDA2-4F71-ACDC-59D3201D0471}" dt="2026-05-29T10:36:59.061" v="53" actId="26606"/>
        <pc:sldMkLst>
          <pc:docMk/>
          <pc:sldMk cId="0" sldId="320"/>
        </pc:sldMkLst>
        <pc:spChg chg="mod">
          <ac:chgData name="Djordjevic, Vuk" userId="5a135a82-7b25-4768-930d-d6a73f12ba6c" providerId="ADAL" clId="{908BEC71-EDA2-4F71-ACDC-59D3201D0471}" dt="2026-05-29T10:36:59.061" v="53" actId="26606"/>
          <ac:spMkLst>
            <pc:docMk/>
            <pc:sldMk cId="0" sldId="320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352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Šta je Turing mašina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Apstraktni matematički model računanja (Alan Turing, 1936)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Beskonačna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podeljena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ćelije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simbolima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Glava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simbole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pomera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levo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desno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Konačan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stanja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funkcijom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prelaza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Najjednostavniji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teorijski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koji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izračunati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izračunljivo</a:t>
            </a:r>
            <a:endParaRPr lang="en-US" sz="1400" dirty="0"/>
          </a:p>
        </p:txBody>
      </p:sp>
      <p:pic>
        <p:nvPicPr>
          <p:cNvPr id="8" name="TM Over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409" y="1519480"/>
            <a:ext cx="3396271" cy="308751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Komponente Turing mašine</a:t>
            </a:r>
            <a:endParaRPr lang="en-US" sz="280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828800" cy="10972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 stanja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1828800" cy="10972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Γ</a:t>
            </a:r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260604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 trake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1828800" cy="10972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</a:t>
            </a:r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466344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Funkcija prelaza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6720840" y="1463040"/>
            <a:ext cx="1828800" cy="10972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2084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q₀</a:t>
            </a:r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672084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Početno stanje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548640" y="29260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Traka: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beskonačan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niz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ćelija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sadrži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simbol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Γ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Glava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trenutnu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ćeliju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novi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simbol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pomera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L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δ(q, a) = (q', b, D): u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stanju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čitaj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pomeri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u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smeru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pređi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q'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komponenta je konačna osim trake — to je jedini izvor beskonačnosti</a:t>
            </a:r>
            <a:endParaRPr lang="en-US" sz="1000"/>
          </a:p>
        </p:txBody>
      </p:sp>
      <p:sp>
        <p:nvSpPr>
          <p:cNvPr id="20" name="PageNum 20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2/20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rmalna definicija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buNone/>
            </a:pPr>
            <a:r>
              <a:rPr lang="en-US" sz="3200" b="1">
                <a:solidFill>
                  <a:srgbClr val="065A60"/>
                </a:solidFill>
                <a:latin typeface="Trebuchet MS"/>
              </a:rPr>
              <a:t>Formalna definicija</a:t>
            </a:r>
          </a:p>
        </p:txBody>
      </p:sp>
      <p:sp>
        <p:nvSpPr>
          <p:cNvPr id="5" name="Sub"/>
          <p:cNvSpPr/>
          <p:nvPr/>
        </p:nvSpPr>
        <p:spPr>
          <a:xfrm>
            <a:off x="54864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M = (Q, Σ, Γ, δ, q₀, q_accept, q_reject)</a:t>
            </a:r>
          </a:p>
        </p:txBody>
      </p:sp>
      <p:sp>
        <p:nvSpPr>
          <p:cNvPr id="10" name="C1BG"/>
          <p:cNvSpPr/>
          <p:nvPr/>
        </p:nvSpPr>
        <p:spPr>
          <a:xfrm>
            <a:off x="548640" y="1691640"/>
            <a:ext cx="3840480" cy="795528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C1Lbl"/>
          <p:cNvSpPr/>
          <p:nvPr/>
        </p:nvSpPr>
        <p:spPr>
          <a:xfrm>
            <a:off x="7315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Q</a:t>
            </a:r>
          </a:p>
        </p:txBody>
      </p:sp>
      <p:sp>
        <p:nvSpPr>
          <p:cNvPr id="12" name="C1Val"/>
          <p:cNvSpPr/>
          <p:nvPr/>
        </p:nvSpPr>
        <p:spPr>
          <a:xfrm>
            <a:off x="73152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Konačan skup stanja</a:t>
            </a:r>
          </a:p>
        </p:txBody>
      </p:sp>
      <p:sp>
        <p:nvSpPr>
          <p:cNvPr id="13" name="C2BG"/>
          <p:cNvSpPr/>
          <p:nvPr/>
        </p:nvSpPr>
        <p:spPr>
          <a:xfrm>
            <a:off x="548640" y="2560320"/>
            <a:ext cx="3840480" cy="71323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C2Lbl"/>
          <p:cNvSpPr/>
          <p:nvPr/>
        </p:nvSpPr>
        <p:spPr>
          <a:xfrm>
            <a:off x="73152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Γ</a:t>
            </a:r>
          </a:p>
        </p:txBody>
      </p:sp>
      <p:sp>
        <p:nvSpPr>
          <p:cNvPr id="15" name="C2Val"/>
          <p:cNvSpPr/>
          <p:nvPr/>
        </p:nvSpPr>
        <p:spPr>
          <a:xfrm>
            <a:off x="7315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Alfabet trake</a:t>
            </a:r>
          </a:p>
        </p:txBody>
      </p:sp>
      <p:sp>
        <p:nvSpPr>
          <p:cNvPr id="16" name="C2Desc"/>
          <p:cNvSpPr/>
          <p:nvPr/>
        </p:nvSpPr>
        <p:spPr>
          <a:xfrm>
            <a:off x="256032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100" dirty="0" err="1">
                <a:solidFill>
                  <a:srgbClr val="475569"/>
                </a:solidFill>
                <a:latin typeface="Calibri"/>
              </a:rPr>
              <a:t>uključuje</a:t>
            </a:r>
            <a:r>
              <a:rPr lang="en-US" sz="1100" dirty="0">
                <a:solidFill>
                  <a:srgbClr val="475569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/>
              </a:rPr>
              <a:t>blanko</a:t>
            </a:r>
            <a:r>
              <a:rPr lang="en-US" sz="1100" dirty="0">
                <a:solidFill>
                  <a:srgbClr val="475569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/>
              </a:rPr>
              <a:t>simbol</a:t>
            </a:r>
            <a:r>
              <a:rPr lang="en-US" sz="1100" dirty="0">
                <a:solidFill>
                  <a:srgbClr val="475569"/>
                </a:solidFill>
                <a:latin typeface="Calibri"/>
              </a:rPr>
              <a:t> ␣</a:t>
            </a:r>
          </a:p>
        </p:txBody>
      </p:sp>
      <p:sp>
        <p:nvSpPr>
          <p:cNvPr id="17" name="C3BG"/>
          <p:cNvSpPr/>
          <p:nvPr/>
        </p:nvSpPr>
        <p:spPr>
          <a:xfrm>
            <a:off x="548640" y="3429000"/>
            <a:ext cx="3840480" cy="71323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C3Lbl"/>
          <p:cNvSpPr/>
          <p:nvPr/>
        </p:nvSpPr>
        <p:spPr>
          <a:xfrm>
            <a:off x="73152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δ</a:t>
            </a:r>
          </a:p>
        </p:txBody>
      </p:sp>
      <p:sp>
        <p:nvSpPr>
          <p:cNvPr id="19" name="C3Val"/>
          <p:cNvSpPr/>
          <p:nvPr/>
        </p:nvSpPr>
        <p:spPr>
          <a:xfrm>
            <a:off x="73152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Q × Γ → Q × Γ × {L, R}</a:t>
            </a:r>
          </a:p>
        </p:txBody>
      </p:sp>
      <p:sp>
        <p:nvSpPr>
          <p:cNvPr id="20" name="C3Desc"/>
          <p:cNvSpPr/>
          <p:nvPr/>
        </p:nvSpPr>
        <p:spPr>
          <a:xfrm>
            <a:off x="256032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100">
                <a:solidFill>
                  <a:srgbClr val="475569"/>
                </a:solidFill>
                <a:latin typeface="Calibri"/>
              </a:rPr>
              <a:t>funkcija prelaza</a:t>
            </a:r>
          </a:p>
        </p:txBody>
      </p:sp>
      <p:sp>
        <p:nvSpPr>
          <p:cNvPr id="30" name="CmpBG"/>
          <p:cNvSpPr/>
          <p:nvPr/>
        </p:nvSpPr>
        <p:spPr>
          <a:xfrm>
            <a:off x="4937760" y="1691640"/>
            <a:ext cx="3840480" cy="11887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CmpTitle"/>
          <p:cNvSpPr/>
          <p:nvPr/>
        </p:nvSpPr>
        <p:spPr>
          <a:xfrm>
            <a:off x="512064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>
                <a:solidFill>
                  <a:srgbClr val="065A60"/>
                </a:solidFill>
                <a:latin typeface="Trebuchet MS"/>
              </a:rPr>
              <a:t>Ulaz i izlaz</a:t>
            </a:r>
          </a:p>
        </p:txBody>
      </p:sp>
      <p:sp>
        <p:nvSpPr>
          <p:cNvPr id="32" name="CmpBody"/>
          <p:cNvSpPr/>
          <p:nvPr/>
        </p:nvSpPr>
        <p:spPr>
          <a:xfrm>
            <a:off x="5120640" y="2011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spcAft>
                <a:spcPts val="400"/>
              </a:spcAft>
              <a:buChar char="▪"/>
            </a:pPr>
            <a:r>
              <a:rPr lang="en-US" sz="1100">
                <a:solidFill>
                  <a:srgbClr val="1E293B"/>
                </a:solidFill>
                <a:latin typeface="Calibri"/>
              </a:rPr>
              <a:t>Σ: ulazni alfabet (Σ ⊆ Γ)</a:t>
            </a:r>
          </a:p>
          <a:p>
            <a:pPr>
              <a:spcAft>
                <a:spcPts val="400"/>
              </a:spcAft>
              <a:buChar char="▪"/>
            </a:pPr>
            <a:r>
              <a:rPr lang="en-US" sz="1100">
                <a:solidFill>
                  <a:srgbClr val="1E293B"/>
                </a:solidFill>
                <a:latin typeface="Calibri"/>
              </a:rPr>
              <a:t>q₀: početno stanje (q₀ ∈ Q)</a:t>
            </a:r>
          </a:p>
          <a:p>
            <a:pPr>
              <a:buChar char="▪"/>
            </a:pPr>
            <a:r>
              <a:rPr lang="en-US" sz="1100">
                <a:solidFill>
                  <a:srgbClr val="1E293B"/>
                </a:solidFill>
                <a:latin typeface="Calibri"/>
              </a:rPr>
              <a:t>q_accept, q_reject: završna stanja</a:t>
            </a:r>
          </a:p>
        </p:txBody>
      </p:sp>
      <p:sp>
        <p:nvSpPr>
          <p:cNvPr id="40" name="PhaseBG"/>
          <p:cNvSpPr/>
          <p:nvPr/>
        </p:nvSpPr>
        <p:spPr>
          <a:xfrm>
            <a:off x="4937760" y="3063240"/>
            <a:ext cx="384048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PhaseText"/>
          <p:cNvSpPr/>
          <p:nvPr/>
        </p:nvSpPr>
        <p:spPr>
          <a:xfrm>
            <a:off x="5120640" y="3109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spcAft>
                <a:spcPts val="400"/>
              </a:spcAft>
              <a:buNone/>
            </a:pPr>
            <a:r>
              <a:rPr lang="en-US" sz="1000" b="1">
                <a:solidFill>
                  <a:srgbClr val="0D9488"/>
                </a:solidFill>
                <a:latin typeface="Consolas"/>
              </a:rPr>
              <a:t>Kako radi δ</a:t>
            </a:r>
          </a:p>
          <a:p>
            <a:pPr>
              <a:spcAft>
                <a:spcPts val="60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Consolas"/>
              </a:rPr>
              <a:t>Za svaki par (stanje, simbol) funkcija δ vraća trojku: novo stanje, novi simbol za upisati, i smer pomeranja glave (L ili R)</a:t>
            </a:r>
          </a:p>
          <a:p>
            <a:pPr>
              <a:spcAft>
                <a:spcPts val="400"/>
              </a:spcAft>
              <a:buNone/>
            </a:pPr>
            <a:r>
              <a:rPr lang="en-US" sz="1000" b="1">
                <a:solidFill>
                  <a:srgbClr val="FBBF24"/>
                </a:solidFill>
                <a:latin typeface="Consolas"/>
              </a:rPr>
              <a:t>Determinizam: tačno jedan prelaz po paru</a:t>
            </a:r>
          </a:p>
          <a:p>
            <a:pPr>
              <a:buNone/>
            </a:pPr>
            <a:r>
              <a:rPr lang="en-US" sz="900">
                <a:solidFill>
                  <a:srgbClr val="E2E8F0"/>
                </a:solidFill>
                <a:latin typeface="Consolas"/>
              </a:rPr>
              <a:t>Za isti ulaz, mašina uvek radi isto</a:t>
            </a:r>
          </a:p>
        </p:txBody>
      </p:sp>
      <p:sp>
        <p:nvSpPr>
          <p:cNvPr id="50" name="Footer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/>
              </a:rPr>
              <a:t>Turing </a:t>
            </a:r>
            <a:r>
              <a:rPr lang="en-US" sz="1100" i="1" dirty="0" err="1">
                <a:solidFill>
                  <a:srgbClr val="475569"/>
                </a:solidFill>
                <a:latin typeface="Calibri"/>
              </a:rPr>
              <a:t>mašina</a:t>
            </a:r>
            <a:r>
              <a:rPr lang="en-US" sz="1100" i="1" dirty="0">
                <a:solidFill>
                  <a:srgbClr val="475569"/>
                </a:solidFill>
                <a:latin typeface="Calibri"/>
              </a:rPr>
              <a:t> je 7-torka: </a:t>
            </a:r>
            <a:r>
              <a:rPr lang="en-US" sz="1100" i="1" dirty="0" err="1">
                <a:solidFill>
                  <a:srgbClr val="475569"/>
                </a:solidFill>
                <a:latin typeface="Calibri"/>
              </a:rPr>
              <a:t>minimalan</a:t>
            </a:r>
            <a:r>
              <a:rPr lang="en-US" sz="1100" i="1" dirty="0">
                <a:solidFill>
                  <a:srgbClr val="475569"/>
                </a:solidFill>
                <a:latin typeface="Calibri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/>
              </a:rPr>
              <a:t>ali</a:t>
            </a:r>
            <a:r>
              <a:rPr lang="en-US" sz="1100" i="1" dirty="0">
                <a:solidFill>
                  <a:srgbClr val="475569"/>
                </a:solidFill>
                <a:latin typeface="Calibri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/>
              </a:rPr>
              <a:t>univerzalan</a:t>
            </a:r>
            <a:r>
              <a:rPr lang="en-US" sz="1100" i="1" dirty="0">
                <a:solidFill>
                  <a:srgbClr val="475569"/>
                </a:solidFill>
                <a:latin typeface="Calibri"/>
              </a:rPr>
              <a:t> model</a:t>
            </a:r>
          </a:p>
        </p:txBody>
      </p:sp>
      <p:sp>
        <p:nvSpPr>
          <p:cNvPr id="51" name="PageNum 51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3/20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Kako radi Turing mašina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Primer: unarna inkrementacija (dodaj 1 na unaran broj)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Ulaz na traci: 1 1 1 _ (tri u unarnom = broj 3)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Glava kreće na prvom simbolu, stanje = q₀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Pravilo: u q₀, čitam 1 → piši 1, pomeri R, ostani u q₀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Pravilo: u q₀, čitam _ → piši 1, pomeri L, pređi u q_accept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Rezultat: 1 1 1 1 _ (četiri = broj 4)</a:t>
            </a:r>
            <a:endParaRPr lang="en-US" sz="1400"/>
          </a:p>
        </p:txBody>
      </p:sp>
      <p:pic>
        <p:nvPicPr>
          <p:cNvPr id="8" name="TM Un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0" y="1750000"/>
            <a:ext cx="3100000" cy="28181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4/20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731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Church-Turing teza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funkcija koja je intuitivno izračunljiva može se izračunati Turing mašinom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Implikacije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algoritam se može simulirati na Turing mašini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programski jezici su Turing-kompletni (ekvivalentni TM)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Ograničenja TM = ograničenja svakog računara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Primeri ekvivalenata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4937760" y="2331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račun (Church, 1936)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Rekurzivne funkcije (Kleene, 1936)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mašina — model modernog CPU-a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što možete izračunati na GPU-u, CPU-u ili bilo kojem računaru — može i Turing mašina. Samo sporije.</a:t>
            </a:r>
            <a:endParaRPr lang="en-US" sz="1100"/>
          </a:p>
        </p:txBody>
      </p:sp>
      <p:sp>
        <p:nvSpPr>
          <p:cNvPr id="13" name="PageNum 13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5/20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Ograničenja Turing mašine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Teorijski moćna, ali praktično najsporija implementacija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Sekvencijalna po definiciji — jedna glava, jedan korak po taktu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RAM-a — pristup memoriji zahteva pomeranje glave korak po korak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Složenost pristupa: O(n) da se dođe do n-te ćelije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paralelizma — za razliku od CUDA (hiljade niti) ili multi-core CPU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6035040" y="1920240"/>
            <a:ext cx="2743200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Rad</a:t>
            </a:r>
            <a:endParaRPr lang="en-US" sz="1300"/>
          </a:p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O(n) po elementu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035040" y="2880360"/>
            <a:ext cx="2743200" cy="77724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2971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Pristup</a:t>
            </a:r>
            <a:endParaRPr lang="en-US" sz="1300"/>
          </a:p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Sekvencijalan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6035040" y="3840480"/>
            <a:ext cx="2743200" cy="777240"/>
          </a:xfrm>
          <a:prstGeom prst="rect">
            <a:avLst/>
          </a:prstGeom>
          <a:solidFill>
            <a:srgbClr val="065A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Paralelizam</a:t>
            </a:r>
            <a:endParaRPr lang="en-US" sz="1300"/>
          </a:p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Nemoguć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7178040" y="26791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</a:rPr>
              <a:t>▼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7178040" y="3639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</a:rPr>
              <a:t>▼</a:t>
            </a:r>
            <a:endParaRPr lang="en-US" sz="1000"/>
          </a:p>
        </p:txBody>
      </p:sp>
      <p:sp>
        <p:nvSpPr>
          <p:cNvPr id="16" name="TextBox 15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6/20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elloch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buNone/>
            </a:pPr>
            <a:r>
              <a:rPr lang="en-US" sz="3200" b="1">
                <a:solidFill>
                  <a:srgbClr val="065A60"/>
                </a:solidFill>
                <a:latin typeface="Trebuchet MS"/>
              </a:rPr>
              <a:t>Prefix Scan na Turing mašini</a:t>
            </a:r>
          </a:p>
        </p:txBody>
      </p:sp>
      <p:sp>
        <p:nvSpPr>
          <p:cNvPr id="5" name="Sub"/>
          <p:cNvSpPr/>
          <p:nvPr/>
        </p:nvSpPr>
        <p:spPr>
          <a:xfrm>
            <a:off x="54864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Sekvencijalna implementacija na beskonačnoj traci</a:t>
            </a:r>
          </a:p>
        </p:txBody>
      </p:sp>
      <p:sp>
        <p:nvSpPr>
          <p:cNvPr id="10" name="C1BG"/>
          <p:cNvSpPr/>
          <p:nvPr/>
        </p:nvSpPr>
        <p:spPr>
          <a:xfrm>
            <a:off x="548640" y="1691640"/>
            <a:ext cx="3840480" cy="795528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C1Lbl"/>
          <p:cNvSpPr/>
          <p:nvPr/>
        </p:nvSpPr>
        <p:spPr>
          <a:xfrm>
            <a:off x="7315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Algoritam</a:t>
            </a:r>
          </a:p>
        </p:txBody>
      </p:sp>
      <p:sp>
        <p:nvSpPr>
          <p:cNvPr id="12" name="C1Val"/>
          <p:cNvSpPr/>
          <p:nvPr/>
        </p:nvSpPr>
        <p:spPr>
          <a:xfrm>
            <a:off x="73152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Jednosmerni prolaz</a:t>
            </a:r>
          </a:p>
        </p:txBody>
      </p:sp>
      <p:sp>
        <p:nvSpPr>
          <p:cNvPr id="13" name="C2BG"/>
          <p:cNvSpPr/>
          <p:nvPr/>
        </p:nvSpPr>
        <p:spPr>
          <a:xfrm>
            <a:off x="548640" y="2560320"/>
            <a:ext cx="3840480" cy="71323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C2Lbl"/>
          <p:cNvSpPr/>
          <p:nvPr/>
        </p:nvSpPr>
        <p:spPr>
          <a:xfrm>
            <a:off x="73152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Rad</a:t>
            </a:r>
          </a:p>
        </p:txBody>
      </p:sp>
      <p:sp>
        <p:nvSpPr>
          <p:cNvPr id="15" name="C2Val"/>
          <p:cNvSpPr/>
          <p:nvPr/>
        </p:nvSpPr>
        <p:spPr>
          <a:xfrm>
            <a:off x="7315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O(N)</a:t>
            </a:r>
          </a:p>
        </p:txBody>
      </p:sp>
      <p:sp>
        <p:nvSpPr>
          <p:cNvPr id="16" name="C2Desc"/>
          <p:cNvSpPr/>
          <p:nvPr/>
        </p:nvSpPr>
        <p:spPr>
          <a:xfrm>
            <a:off x="256032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100">
                <a:solidFill>
                  <a:srgbClr val="475569"/>
                </a:solidFill>
                <a:latin typeface="Calibri"/>
              </a:rPr>
              <a:t>N sabiranja</a:t>
            </a:r>
          </a:p>
        </p:txBody>
      </p:sp>
      <p:sp>
        <p:nvSpPr>
          <p:cNvPr id="17" name="C3BG"/>
          <p:cNvSpPr/>
          <p:nvPr/>
        </p:nvSpPr>
        <p:spPr>
          <a:xfrm>
            <a:off x="548640" y="3429000"/>
            <a:ext cx="3840480" cy="71323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C3Lbl"/>
          <p:cNvSpPr/>
          <p:nvPr/>
        </p:nvSpPr>
        <p:spPr>
          <a:xfrm>
            <a:off x="73152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Vreme</a:t>
            </a:r>
          </a:p>
        </p:txBody>
      </p:sp>
      <p:sp>
        <p:nvSpPr>
          <p:cNvPr id="19" name="C3Val"/>
          <p:cNvSpPr/>
          <p:nvPr/>
        </p:nvSpPr>
        <p:spPr>
          <a:xfrm>
            <a:off x="73152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O(N²)</a:t>
            </a:r>
          </a:p>
        </p:txBody>
      </p:sp>
      <p:sp>
        <p:nvSpPr>
          <p:cNvPr id="20" name="C3Desc"/>
          <p:cNvSpPr/>
          <p:nvPr/>
        </p:nvSpPr>
        <p:spPr>
          <a:xfrm>
            <a:off x="256032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100">
                <a:solidFill>
                  <a:srgbClr val="475569"/>
                </a:solidFill>
                <a:latin typeface="Calibri"/>
              </a:rPr>
              <a:t>pomeranje glave dominira</a:t>
            </a:r>
          </a:p>
        </p:txBody>
      </p:sp>
      <p:sp>
        <p:nvSpPr>
          <p:cNvPr id="30" name="CmpBG"/>
          <p:cNvSpPr/>
          <p:nvPr/>
        </p:nvSpPr>
        <p:spPr>
          <a:xfrm>
            <a:off x="4937760" y="1691640"/>
            <a:ext cx="3840480" cy="11887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CmpTitle"/>
          <p:cNvSpPr/>
          <p:nvPr/>
        </p:nvSpPr>
        <p:spPr>
          <a:xfrm>
            <a:off x="512064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>
                <a:solidFill>
                  <a:srgbClr val="065A60"/>
                </a:solidFill>
                <a:latin typeface="Trebuchet MS"/>
              </a:rPr>
              <a:t>vs. CUDA i CPU</a:t>
            </a:r>
          </a:p>
        </p:txBody>
      </p:sp>
      <p:sp>
        <p:nvSpPr>
          <p:cNvPr id="32" name="CmpBody"/>
          <p:cNvSpPr/>
          <p:nvPr/>
        </p:nvSpPr>
        <p:spPr>
          <a:xfrm>
            <a:off x="5120640" y="2011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spcAft>
                <a:spcPts val="400"/>
              </a:spcAft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/>
              </a:rPr>
              <a:t>CPU: O(N) rad, O(N)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vreme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—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najbrže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sekvencijalno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  <a:p>
            <a:pPr>
              <a:spcAft>
                <a:spcPts val="400"/>
              </a:spcAft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/>
              </a:rPr>
              <a:t>CUDA: O(N) rad, O(log N)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vreme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—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masivni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paralelizam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  <a:p>
            <a:pPr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/>
              </a:rPr>
              <a:t>TM: O(N) rad, O(N²)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vreme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—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pristup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traci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je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skup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0" name="PhaseBG"/>
          <p:cNvSpPr/>
          <p:nvPr/>
        </p:nvSpPr>
        <p:spPr>
          <a:xfrm>
            <a:off x="4937760" y="3063240"/>
            <a:ext cx="384048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PhaseText"/>
          <p:cNvSpPr/>
          <p:nvPr/>
        </p:nvSpPr>
        <p:spPr>
          <a:xfrm>
            <a:off x="5120640" y="3109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spcAft>
                <a:spcPts val="400"/>
              </a:spcAft>
              <a:buNone/>
            </a:pPr>
            <a:r>
              <a:rPr lang="en-US" sz="1000" b="1">
                <a:solidFill>
                  <a:srgbClr val="0D9488"/>
                </a:solidFill>
                <a:latin typeface="Consolas"/>
              </a:rPr>
              <a:t>Koraci algoritma</a:t>
            </a:r>
          </a:p>
          <a:p>
            <a:pPr>
              <a:spcAft>
                <a:spcPts val="60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Consolas"/>
              </a:rPr>
              <a:t>1. Čitaj x[i], zapamti u stanju</a:t>
            </a:r>
          </a:p>
          <a:p>
            <a:pPr>
              <a:spcAft>
                <a:spcPts val="400"/>
              </a:spcAft>
              <a:buNone/>
            </a:pPr>
            <a:r>
              <a:rPr lang="en-US" sz="1000" b="1">
                <a:solidFill>
                  <a:srgbClr val="0D9488"/>
                </a:solidFill>
                <a:latin typeface="Consolas"/>
              </a:rPr>
              <a:t>2. Pomeri do y[i], piši sumu</a:t>
            </a:r>
          </a:p>
          <a:p>
            <a:pPr>
              <a:buNone/>
            </a:pPr>
            <a:r>
              <a:rPr lang="en-US" sz="900">
                <a:solidFill>
                  <a:srgbClr val="E2E8F0"/>
                </a:solidFill>
                <a:latin typeface="Consolas"/>
              </a:rPr>
              <a:t>3. Vrati se na x[i+1], ponovi</a:t>
            </a:r>
          </a:p>
        </p:txBody>
      </p:sp>
      <p:sp>
        <p:nvSpPr>
          <p:cNvPr id="50" name="Footer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O(N²) dolazi od pomeranja glave između ulazne i izlazne zone na traci</a:t>
            </a:r>
          </a:p>
        </p:txBody>
      </p:sp>
      <p:sp>
        <p:nvSpPr>
          <p:cNvPr id="51" name="PageNum 51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7/20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6400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Inicijalno stanje</a:t>
            </a: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20" name="DisclaimerBG"/>
          <p:cNvSpPr/>
          <p:nvPr/>
        </p:nvSpPr>
        <p:spPr>
          <a:xfrm>
            <a:off x="274320" y="3842369"/>
            <a:ext cx="8595360" cy="6400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DisclaimerText"/>
          <p:cNvSpPr/>
          <p:nvPr/>
        </p:nvSpPr>
        <p:spPr>
          <a:xfrm>
            <a:off x="457199" y="3842369"/>
            <a:ext cx="82296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</a:rPr>
              <a:t>⚠ </a:t>
            </a:r>
            <a:r>
              <a:rPr lang="en-US" sz="1100" b="1" dirty="0" err="1">
                <a:solidFill>
                  <a:srgbClr val="92400E"/>
                </a:solidFill>
                <a:latin typeface="Calibri" pitchFamily="34" charset="0"/>
              </a:rPr>
              <a:t>Pojednostavljen</a:t>
            </a:r>
            <a:r>
              <a:rPr lang="en-US" sz="1100" b="1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b="1" dirty="0" err="1">
                <a:solidFill>
                  <a:srgbClr val="92400E"/>
                </a:solidFill>
                <a:latin typeface="Calibri" pitchFamily="34" charset="0"/>
              </a:rPr>
              <a:t>prikaz</a:t>
            </a:r>
            <a:r>
              <a:rPr lang="en-US" sz="1100" b="1" dirty="0">
                <a:solidFill>
                  <a:srgbClr val="92400E"/>
                </a:solidFill>
                <a:latin typeface="Calibri" pitchFamily="34" charset="0"/>
              </a:rPr>
              <a:t>: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Koristimo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decimalne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brojeve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akumulator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radi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preglednosti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. Prava TM bi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koristila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unarni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zapis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(3 = 111),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sabiranje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simbol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-po-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simbol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na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traci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, bez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akumulatora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—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samo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stanja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traku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. To bi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zahtevalo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znatno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više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koraka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stanja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,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ali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je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algoritamski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ekvivalentno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5" name="PageNum 5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8/20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2531719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1: </a:t>
            </a:r>
            <a:r>
              <a:rPr lang="en-US" sz="2000" b="1">
                <a:solidFill>
                  <a:srgbClr val="1F2937"/>
                </a:solidFill>
              </a:rPr>
              <a:t>čitaj ulaz[0] =</a:t>
            </a:r>
            <a:r>
              <a:rPr sz="2000" b="1">
                <a:solidFill>
                  <a:srgbClr val="1F2937"/>
                </a:solidFill>
              </a:rPr>
              <a:t> 3</a:t>
            </a: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9/20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273299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2: </a:t>
            </a:r>
            <a:r>
              <a:rPr lang="en-US" sz="2000" b="1">
                <a:solidFill>
                  <a:srgbClr val="1F2937"/>
                </a:solidFill>
              </a:rPr>
              <a:t>pomeri → upiši 3</a:t>
            </a:r>
            <a:endParaRPr sz="2000" b="1">
              <a:solidFill>
                <a:srgbClr val="1F2937"/>
              </a:solidFill>
            </a:endParaRP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10/20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2670411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3: </a:t>
            </a:r>
            <a:r>
              <a:rPr lang="en-US" sz="2000" b="1">
                <a:solidFill>
                  <a:srgbClr val="1F2937"/>
                </a:solidFill>
              </a:rPr>
              <a:t>pomeri ← nazad</a:t>
            </a:r>
            <a:endParaRPr sz="2000" b="1">
              <a:solidFill>
                <a:srgbClr val="1F2937"/>
              </a:solidFill>
            </a:endParaRP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11/20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2531719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4: </a:t>
            </a:r>
            <a:r>
              <a:rPr lang="en-US" sz="2000" b="1">
                <a:solidFill>
                  <a:srgbClr val="1F2937"/>
                </a:solidFill>
              </a:rPr>
              <a:t>čitaj ulaz[1] = 1</a:t>
            </a:r>
            <a:endParaRPr sz="2000" b="1">
              <a:solidFill>
                <a:srgbClr val="1F2937"/>
              </a:solidFill>
            </a:endParaRP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12/20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6400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5: pomeri → upiši 4</a:t>
            </a: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13/20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6400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6: pomeri ← nazad</a:t>
            </a: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14/20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6400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7: čitaj ulaz[2] = 4</a:t>
            </a: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15/20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6400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8: pomeri → upiši 8</a:t>
            </a: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16/20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6400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1F2937"/>
                </a:solidFill>
              </a:rPr>
              <a:t>Korak 9: </a:t>
            </a:r>
            <a:r>
              <a:rPr sz="2000" b="1" dirty="0" err="1">
                <a:solidFill>
                  <a:srgbClr val="1F2937"/>
                </a:solidFill>
              </a:rPr>
              <a:t>pomeri</a:t>
            </a:r>
            <a:r>
              <a:rPr sz="2000" b="1" dirty="0">
                <a:solidFill>
                  <a:srgbClr val="1F2937"/>
                </a:solidFill>
              </a:rPr>
              <a:t> ← </a:t>
            </a:r>
            <a:r>
              <a:rPr sz="2000" b="1" dirty="0" err="1">
                <a:solidFill>
                  <a:srgbClr val="1F2937"/>
                </a:solidFill>
              </a:rPr>
              <a:t>nazad</a:t>
            </a:r>
            <a:endParaRPr sz="2000" b="1" dirty="0">
              <a:solidFill>
                <a:srgbClr val="1F2937"/>
              </a:solidFill>
            </a:endParaRP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17/20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6400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10: čitaj ulaz[3] = 2</a:t>
            </a: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18/20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3050387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1F2937"/>
                </a:solidFill>
              </a:rPr>
              <a:t>Korak 11: </a:t>
            </a:r>
            <a:r>
              <a:rPr sz="2000" b="1" dirty="0" err="1">
                <a:solidFill>
                  <a:srgbClr val="1F2937"/>
                </a:solidFill>
              </a:rPr>
              <a:t>pomeri</a:t>
            </a:r>
            <a:r>
              <a:rPr sz="2000" b="1" dirty="0">
                <a:solidFill>
                  <a:srgbClr val="1F2937"/>
                </a:solidFill>
              </a:rPr>
              <a:t> → </a:t>
            </a:r>
            <a:r>
              <a:rPr sz="2000" b="1" dirty="0" err="1">
                <a:solidFill>
                  <a:srgbClr val="1F2937"/>
                </a:solidFill>
              </a:rPr>
              <a:t>upiši</a:t>
            </a:r>
            <a:r>
              <a:rPr sz="2000" b="1" dirty="0">
                <a:solidFill>
                  <a:srgbClr val="1F2937"/>
                </a:solidFill>
              </a:rPr>
              <a:t> 10 </a:t>
            </a: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19/20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Diskusija: Turing mašina i Prefix Scan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je važno razumeti najjednostavniji model računanja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Zašto je Turing mašina bitna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Definiše granicu izračunljivosti — šta se uopšte može izračunati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Univerzalni model — svaki računar je samo brza Turing mašina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Osnova teorije složenosti — P, NP, odlučivost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Lekcija za Prefix Scan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4937760" y="2331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pokazuje „cenu“ sekvencijalnosti — O(N²) za trivijalan problem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Dokaz da je prefix scan izračunljiv — ne zavisi od hardvera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Kontrast: isti algoritam, O(N²) na TM vs. O(log N) na GPU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„We can only see a short distance ahead, but we can see plenty there that needs to be done.“ — Alan Turing, Computing Machinery and Intelligence (1950)</a:t>
            </a:r>
            <a:endParaRPr lang="en-US" sz="1100"/>
          </a:p>
        </p:txBody>
      </p:sp>
      <p:sp>
        <p:nvSpPr>
          <p:cNvPr id="13" name="PageNum 13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20/20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39aa4b3-b62d-42bf-8097-75e2c573ddfa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945</Words>
  <Application>Microsoft Office PowerPoint</Application>
  <PresentationFormat>On-screen Show (16:9)</PresentationFormat>
  <Paragraphs>133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Djordjevic, Vuk</dc:creator>
  <cp:lastModifiedBy>Djordjevic, Vuk</cp:lastModifiedBy>
  <cp:revision>5</cp:revision>
  <dcterms:created xsi:type="dcterms:W3CDTF">2026-05-20T04:56:51Z</dcterms:created>
  <dcterms:modified xsi:type="dcterms:W3CDTF">2026-05-29T10:40:52Z</dcterms:modified>
</cp:coreProperties>
</file>